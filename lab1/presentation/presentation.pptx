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292" r:id="rId28"/>
    <p:sldId id="293" r:id="rId2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21.12.2025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400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479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29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738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777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015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552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816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206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644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533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520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0363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137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36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506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098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5166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2976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070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384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3903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220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89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21.12.2025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21.12.2025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№1 </a:t>
            </a:r>
            <a:br>
              <a:rPr lang="ru-RU" dirty="0"/>
            </a:br>
            <a:r>
              <a:rPr lang="ru-RU" dirty="0"/>
              <a:t>Моделирование сетей передачи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1: Установка и настройка виртуальной машины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Настройка образа </a:t>
            </a:r>
            <a:r>
              <a:rPr lang="en-US"/>
              <a:t>VirtualBox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D4E7B7-900C-4A07-A635-B2F147E09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046" y="1239444"/>
            <a:ext cx="8649907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2: Вход и просмотр адреса виртуальной машины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Подключение к виртуальной машине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499F24-9DF3-4DB9-AE58-19A531127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152" y="1255223"/>
            <a:ext cx="5863922" cy="494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6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Подключение к виртуальной машине из терминала хостовой машины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Подключение к виртуальной машине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C446F8-C383-4B0A-9448-705CA5D61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631" y="1335349"/>
            <a:ext cx="5070474" cy="48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9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4: Установка </a:t>
            </a:r>
            <a:r>
              <a:rPr lang="en-US"/>
              <a:t>putty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Работа с </a:t>
            </a:r>
            <a:r>
              <a:rPr lang="ru-RU" dirty="0" err="1"/>
              <a:t>Mininet</a:t>
            </a:r>
            <a:r>
              <a:rPr lang="ru-RU" dirty="0"/>
              <a:t> из-под Windows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EB58A4-AF1D-4ED7-958E-CAEFD1C99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481" y="1265619"/>
            <a:ext cx="5830732" cy="489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2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Установка </a:t>
            </a:r>
            <a:r>
              <a:rPr lang="en-US"/>
              <a:t>putty VcXsrv Windows X Server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из-под Windows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485590-17BD-452F-A0D1-297DF3144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35" y="1277989"/>
            <a:ext cx="9345329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7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Запуск и настройка Xserver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из-под Windows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8A7816-54B8-46EE-AE8F-80BBA660D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944" y="1547550"/>
            <a:ext cx="4744112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4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Запуск putty и добавление опции перенаправления X11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из-под Windows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86A38BE-F90F-4A31-915F-1E9A89A26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049" y="1333207"/>
            <a:ext cx="4305901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3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Увелечение размера шрифта и применение векторного шрифта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Настройка параметров </a:t>
            </a:r>
            <a:r>
              <a:rPr lang="en-US"/>
              <a:t>XTerm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E5C77E-37BE-4B8E-BBAF-5634556EE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72" y="1287516"/>
            <a:ext cx="9354856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9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Заполнения файла полномочий /root/ .Xauthority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Настройка соединения X11 для суперпользователя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489234-D788-490C-A397-0BE30716C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990" y="2901547"/>
            <a:ext cx="8170019" cy="141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7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Вызов Mininet с использованием топологии по умолчанию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с помощью командной строки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A15CE2-B22C-4609-9C66-041DD7E0C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101" y="1842866"/>
            <a:ext cx="6077798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8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Отображение списка команд и примеров их использования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с помощью командной строки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960474-19FA-4D54-860D-46C813825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759" y="1544287"/>
            <a:ext cx="5782482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3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Отображение доступных узлов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с помощью командной строки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3713EA-1520-4AB7-B1D6-431A1A70B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368" y="2927383"/>
            <a:ext cx="4995263" cy="145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7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Просмотр доступных линков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с помощью командной строки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48EF173-FA66-49C0-AB5C-9C84560D1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558" y="2855173"/>
            <a:ext cx="6652884" cy="152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2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Выполнение команды для устройcтва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с помощью командной строки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55265B-9CB4-45FC-B485-DDB95EED0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074" y="2052445"/>
            <a:ext cx="6639852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Проверка связи между узлами h1 и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с помощью командной строки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032209-12BA-493F-8FF4-5DA71B479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943" y="1277550"/>
            <a:ext cx="5468113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7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Очистка предыдущего экземпляра Mininet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Mininet с помощью командной строки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B8F6F1-D5DA-459D-89E1-8DB84B904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73" y="1528497"/>
            <a:ext cx="8087854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9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Добавление двух хостов и одного коммутатора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64FFD4-EB3E-4CF9-9E8E-47913E23B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679" y="1518971"/>
            <a:ext cx="638264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3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18: Настройка IP-адреса на хосте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88C433-7785-4D43-9509-D0DF54754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18" y="1595181"/>
            <a:ext cx="4401164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2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19: Настройка IP-адреса на хосте h2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A80CC1-ADFA-47E7-801F-A6909AFB3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654" y="1595181"/>
            <a:ext cx="4410691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5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20: Проверка назначенных IP-адресов для h2 и проверка соединения между хостами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735B21-4F50-48E6-8D0F-BBEA513C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99" y="1325181"/>
            <a:ext cx="7706801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1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21: Проверка автоматического назначения адресов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EA49D7-0A11-4B03-8F55-7FF7D0FA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864" y="1709497"/>
            <a:ext cx="6430272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7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22: Отображение IP-адреса, назначенного хосту h1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C00810-EC12-4752-9FA6-1DB97A62B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836" y="1623760"/>
            <a:ext cx="771632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0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23: Создание нового каталога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CCB44B-29CE-4281-8EB1-0B8E11667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883" y="3046193"/>
            <a:ext cx="7662233" cy="107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24: Сохранение топологии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97D183-2F73-45CA-84A9-902A5FAF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77" y="1664060"/>
            <a:ext cx="5815045" cy="399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25: Изменение прав доступа к файлам в каталоге проекта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Построение и эмуляция сети в Mininet с использованием графического интерфейса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1242C6-85D8-4185-9B16-0D3C4510E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664" y="2985528"/>
            <a:ext cx="8032672" cy="119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1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были получены навыки по </a:t>
            </a:r>
            <a:r>
              <a:rPr lang="ru-RU" dirty="0" err="1"/>
              <a:t>развёртываню</a:t>
            </a:r>
            <a:r>
              <a:rPr lang="ru-RU" dirty="0"/>
              <a:t> в системе виртуализации (например, в </a:t>
            </a:r>
            <a:r>
              <a:rPr lang="ru-RU" dirty="0" err="1"/>
              <a:t>VirtualBox</a:t>
            </a:r>
            <a:r>
              <a:rPr lang="ru-RU" dirty="0"/>
              <a:t>) </a:t>
            </a:r>
            <a:r>
              <a:rPr lang="ru-RU" dirty="0" err="1"/>
              <a:t>mininet</a:t>
            </a:r>
            <a:r>
              <a:rPr lang="ru-RU" dirty="0"/>
              <a:t>, а также познакомились с основными командами для работы с </a:t>
            </a:r>
            <a:r>
              <a:rPr lang="ru-RU" dirty="0" err="1"/>
              <a:t>Mininet</a:t>
            </a:r>
            <a:r>
              <a:rPr lang="ru-RU" dirty="0"/>
              <a:t> через командную строку и через графический интерфейс.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[1] Mininet: https://mininet.org/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27</TotalTime>
  <Words>527</Words>
  <Application>Microsoft Office PowerPoint</Application>
  <PresentationFormat>Широкоэкранный</PresentationFormat>
  <Paragraphs>88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12</cp:revision>
  <dcterms:created xsi:type="dcterms:W3CDTF">2025-12-20T16:59:38Z</dcterms:created>
  <dcterms:modified xsi:type="dcterms:W3CDTF">2025-12-21T13:01:40Z</dcterms:modified>
  <cp:version/>
</cp:coreProperties>
</file>