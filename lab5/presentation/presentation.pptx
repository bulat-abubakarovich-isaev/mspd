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276" r:id="rId2"/>
    <p:sldId id="291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292" r:id="rId35"/>
    <p:sldId id="293" r:id="rId3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291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60" d="100"/>
          <a:sy n="60" d="100"/>
        </p:scale>
        <p:origin x="96" y="15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22.12.2025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495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669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7086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582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587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17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485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188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4876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54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9376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479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3582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3146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4752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273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624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0467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7193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7073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40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9361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948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7246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4182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439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3068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1153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71230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2284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2760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22.12.2025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22.12.2025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работа №</a:t>
            </a:r>
            <a:r>
              <a:rPr lang="en-US"/>
              <a:t>5</a:t>
            </a:r>
            <a:r>
              <a:rPr lang="ru-RU"/>
              <a:t> </a:t>
            </a:r>
            <a:br>
              <a:rPr lang="ru-RU" dirty="0"/>
            </a:br>
            <a:r>
              <a:rPr lang="ru-RU" dirty="0"/>
              <a:t>Моделирование сетей передачи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1: Исправление прав запуска X-соединения в виртуальной машине mininet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5BCA6C-7BD8-4C5B-8B8B-A99FC4927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910" y="1442760"/>
            <a:ext cx="7364180" cy="465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2: Создание простейшей топологии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5BB36A-9500-4399-8ABB-9D00E18DA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565" y="1258306"/>
            <a:ext cx="6986869" cy="492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3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3: Отображение информации их сетевых интерфейсов и IP-адресов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6CF34F-9518-4830-927F-69ED48FB5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561" y="1251953"/>
            <a:ext cx="4055913" cy="499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73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4: Проверка подключения между хостами h1 и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00B47-307C-49BE-BF3B-83BC5C7C2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634" y="1266497"/>
            <a:ext cx="3974732" cy="491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3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5: Добавление 10% потерь пакетов на хосте h1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C31176-6FBE-4D23-AB6E-9DE65AD70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836" y="1444268"/>
            <a:ext cx="7716327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69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6: Проверка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7320C6-0C11-46B9-990B-943C50ADE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599" y="1339471"/>
            <a:ext cx="7706801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0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7: Добавление 10% потерь пакетов на хосте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B7BDA4-FB05-4005-89C9-B7E25DB1F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42" y="1329944"/>
            <a:ext cx="7821116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46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8: Проверка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96E479-E7D6-49A2-8047-29AB18998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836" y="1453794"/>
            <a:ext cx="7716327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68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9: Восстановление конфигурации по умолчанию для хоста h1 и хоста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50F65A-87DD-4E2A-AC10-025EDC87B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64" y="2760899"/>
            <a:ext cx="9051671" cy="163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1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10: Проверка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00A11D-D7C1-4CEE-9347-3626DA167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126" y="1887235"/>
            <a:ext cx="7687748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13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11: Добавление на узле h1 коэффициента потери пакетов 50%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61FC4E-2A25-4CA1-A7C9-3AC9464CD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020" y="1887235"/>
            <a:ext cx="8125959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4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12: Проверка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540797-C310-4012-A1A1-7D31AA35B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073" y="1291847"/>
            <a:ext cx="8087854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06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13: Восстановление конфигурации интерфейса по умолчанию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40C963-422A-4258-88C2-D8C6F3644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020" y="1301373"/>
            <a:ext cx="8125959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0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14: Добавление на узле h1 0.01% повреждения пакетов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993951-DA1C-4F07-ACEE-723915471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046" y="1354200"/>
            <a:ext cx="8287907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4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15: Проверка конфигурации с помощью инструмента iPerf3 для проверки повторных передач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26FDED-F852-42CD-9A22-BA7560DF9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467" y="1349749"/>
            <a:ext cx="8345065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9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16: Восстановление конфигурации интерфейса по умолчанию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9830D9-7993-4E19-93D3-D002C292D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0" y="1344234"/>
            <a:ext cx="8278380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3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17: Добавление на узле h1 правила из лабораторной работы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D436B6-6A54-47D7-95AB-78A5EB5D9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544" y="3274818"/>
            <a:ext cx="8836911" cy="108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083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18: Проверка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64B47A-41E6-4195-8D84-DC6C912FF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553" y="1440277"/>
            <a:ext cx="7110894" cy="431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1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19: Восстановление конфигурации интерфейса по умолчанию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4C699E8-5400-4C62-ACE7-3A1C8EEFE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49" y="3278532"/>
            <a:ext cx="10198102" cy="91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2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20: Добавление на узле h1 правила с дублированием 50% пакетов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14F59A-7963-4F29-8A26-13EDF8EF3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715" y="1284638"/>
            <a:ext cx="7902569" cy="489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4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21: Проверка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681BE7-46D4-4D92-BA0C-F82FE1478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868" y="1346272"/>
            <a:ext cx="5739957" cy="483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4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22: Восстановление конфигурации интерфейса по умолчанию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BD1FFF-30C9-47B5-AB3A-7C46836EE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565" y="3429000"/>
            <a:ext cx="9306870" cy="83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7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23: Создание каталога expname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6579DE-48E2-4385-98CD-AD76D347C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432" y="3412594"/>
            <a:ext cx="8963135" cy="61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24: Создание каталога simple-drop и дальнейшее его открытие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3BA681-71DD-422C-9DAA-1F9320338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249" y="3054194"/>
            <a:ext cx="8921502" cy="156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23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25: Создание скрипта для эксперимента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07A3C3-6372-48E2-8E81-4EF5E7505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781" y="1311978"/>
            <a:ext cx="4356438" cy="487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2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26: Создание нового скрипта для вывода информации о потере пакетов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81983A-3FDF-44DE-8064-DE13320B0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043" y="1352743"/>
            <a:ext cx="9563608" cy="483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21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27: Создание Makefile и помещение в него скрипта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2280B6-3C45-470C-8854-2997B3029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319" y="1859350"/>
            <a:ext cx="6315361" cy="370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2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28: Выполнение эксперимента и последующая очистка каталога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712241-84DE-4821-84B5-70C1994B6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314" y="2946888"/>
            <a:ext cx="9077372" cy="160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7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29: Реализация воспроизводимого эксперимента по исследованию параметров сети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15DA00-6B64-4391-AEE6-A472532BF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374" y="1286585"/>
            <a:ext cx="4961252" cy="489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37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30: Реализация воспроизводимого эксперимента по исследованию параметров сети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AAAD5B-4A23-4CB3-93C4-4855136EE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226" y="1219221"/>
            <a:ext cx="5073547" cy="496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2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31: Реализация воспроизводимого эксперимента по исследованию параметров сети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9A790A-10F0-4DAE-81ED-E1BA6FD18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374" y="1286585"/>
            <a:ext cx="4961252" cy="489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7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32: Реализация воспроизводимого эксперимента по исследованию параметров сети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536100-1EF6-4E00-A8EA-203264FD4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332" y="1212113"/>
            <a:ext cx="4993336" cy="497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7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ходе выполнения лабораторной работы получили навыки проведения интерактивных экспериментов в среде </a:t>
            </a:r>
            <a:r>
              <a:rPr lang="ru-RU" dirty="0" err="1"/>
              <a:t>Mininet</a:t>
            </a:r>
            <a:r>
              <a:rPr lang="ru-RU" dirty="0"/>
              <a:t> по исследованию параметров сети, связанных с потерей, дублированием, изменением порядка и повреждением пакетов при передаче данных.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FR"/>
              <a:t>[1] Mininet: https://mininet.org/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53</TotalTime>
  <Words>494</Words>
  <Application>Microsoft Office PowerPoint</Application>
  <PresentationFormat>Широкоэкранный</PresentationFormat>
  <Paragraphs>109</Paragraphs>
  <Slides>35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1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18</cp:revision>
  <dcterms:created xsi:type="dcterms:W3CDTF">2025-12-20T16:59:38Z</dcterms:created>
  <dcterms:modified xsi:type="dcterms:W3CDTF">2025-12-21T23:24:01Z</dcterms:modified>
  <cp:version/>
</cp:coreProperties>
</file>