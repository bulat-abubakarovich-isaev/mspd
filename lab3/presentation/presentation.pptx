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76" r:id="rId2"/>
    <p:sldId id="291" r:id="rId3"/>
    <p:sldId id="294" r:id="rId4"/>
    <p:sldId id="295" r:id="rId5"/>
    <p:sldId id="298" r:id="rId6"/>
    <p:sldId id="296" r:id="rId7"/>
    <p:sldId id="297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292" r:id="rId20"/>
    <p:sldId id="293" r:id="rId21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онструктор, трансформация, добавление заметок, совместная работа, помощник" id="{B9B51309-D148-4332-87C2-07BE32FBCA3B}">
          <p14:sldIdLst>
            <p14:sldId id="276"/>
            <p14:sldId id="291"/>
            <p14:sldId id="294"/>
            <p14:sldId id="295"/>
            <p14:sldId id="298"/>
            <p14:sldId id="296"/>
            <p14:sldId id="297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Автор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41" autoAdjust="0"/>
  </p:normalViewPr>
  <p:slideViewPr>
    <p:cSldViewPr snapToGrid="0">
      <p:cViewPr varScale="1">
        <p:scale>
          <a:sx n="60" d="100"/>
          <a:sy n="60" d="100"/>
        </p:scale>
        <p:origin x="96" y="153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EF2CABD-ADFB-4662-86FE-964DAD288E0E}" type="datetime1">
              <a:rPr lang="ru-RU" smtClean="0"/>
              <a:t>21.12.2025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812D4-DBF0-450F-B19D-420CCD76CB60}" type="datetime1">
              <a:rPr lang="ru-RU" smtClean="0"/>
              <a:pPr/>
              <a:t>21.12.2025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822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277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251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6441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9748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455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0952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3473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5702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0451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5087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42323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26372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12997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4145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3278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55116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2957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2615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528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  <p:sp>
        <p:nvSpPr>
          <p:cNvPr id="6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4BFA7FF-3CFD-4CAD-BB9E-67BC1F4C890D}" type="datetime1">
              <a:rPr lang="ru-RU" noProof="0" smtClean="0"/>
              <a:t>21.12.2025</a:t>
            </a:fld>
            <a:endParaRPr lang="ru-RU" noProof="0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10" name="Прямоугольник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0E309820-F966-41D6-9A9E-F094402396DD}" type="datetime1">
              <a:rPr lang="ru-RU" noProof="0" smtClean="0"/>
              <a:t>21.12.2025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056065-9236-44D4-9A4C-3AEED7559FF9}"/>
              </a:ext>
            </a:extLst>
          </p:cNvPr>
          <p:cNvSpPr txBox="1"/>
          <p:nvPr/>
        </p:nvSpPr>
        <p:spPr>
          <a:xfrm>
            <a:off x="545430" y="527067"/>
            <a:ext cx="7443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Лабораторная работа №</a:t>
            </a:r>
            <a:r>
              <a:rPr lang="en-US"/>
              <a:t>3</a:t>
            </a:r>
            <a:r>
              <a:rPr lang="ru-RU"/>
              <a:t> </a:t>
            </a:r>
            <a:br>
              <a:rPr lang="ru-RU" dirty="0"/>
            </a:br>
            <a:r>
              <a:rPr lang="ru-RU" dirty="0"/>
              <a:t>Моделирование сетей передачи данных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F57C9-A9C7-4DF7-9246-E83B5921883C}"/>
              </a:ext>
            </a:extLst>
          </p:cNvPr>
          <p:cNvSpPr txBox="1"/>
          <p:nvPr/>
        </p:nvSpPr>
        <p:spPr>
          <a:xfrm>
            <a:off x="545430" y="2933382"/>
            <a:ext cx="98017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Исаев Б. А.</a:t>
            </a:r>
            <a:endParaRPr lang="en-US" dirty="0"/>
          </a:p>
          <a:p>
            <a:endParaRPr lang="en-US" dirty="0"/>
          </a:p>
          <a:p>
            <a:r>
              <a:rPr lang="ru-RU" dirty="0"/>
              <a:t>202</a:t>
            </a:r>
            <a:r>
              <a:rPr lang="en-US" dirty="0"/>
              <a:t>5</a:t>
            </a:r>
            <a:r>
              <a:rPr lang="ru-RU" dirty="0"/>
              <a:t> </a:t>
            </a:r>
            <a:endParaRPr lang="en-US" dirty="0"/>
          </a:p>
          <a:p>
            <a:endParaRPr lang="en-US" dirty="0"/>
          </a:p>
          <a:p>
            <a:r>
              <a:rPr lang="ru-RU" dirty="0"/>
              <a:t>Российский университет дружбы народов имени Патриса Лумумбы, Москва, Россия </a:t>
            </a:r>
          </a:p>
        </p:txBody>
      </p:sp>
    </p:spTree>
    <p:extLst>
      <p:ext uri="{BB962C8B-B14F-4D97-AF65-F5344CB8AC3E}">
        <p14:creationId xmlns:p14="http://schemas.microsoft.com/office/powerpoint/2010/main" val="64276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129152" y="5939899"/>
            <a:ext cx="119336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1400" dirty="0"/>
              <a:t>Рис. 1: Создание подкаталога, копирование файла с примером скрипта (описывающего стандартную простую топологию сети </a:t>
            </a:r>
            <a:r>
              <a:rPr lang="ru-RU" sz="1400" dirty="0" err="1"/>
              <a:t>mininet</a:t>
            </a:r>
            <a:r>
              <a:rPr lang="ru-RU" sz="1400" dirty="0"/>
              <a:t>) </a:t>
            </a:r>
            <a:endParaRPr lang="ru-RU" sz="14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Создание простейшей топологии сети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E72D4CF-63EA-47C8-BB6F-DAD427BEC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798" y="1248283"/>
            <a:ext cx="7010401" cy="456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6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dirty="0"/>
              <a:t>Рис. 2: Открытие файла </a:t>
            </a:r>
            <a:r>
              <a:rPr lang="en-US" dirty="0"/>
              <a:t>lab_iperf3_topo.py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Создание простейшей топологии сети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23C7E1A-3B31-41C3-8864-7616590F5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593" y="1243096"/>
            <a:ext cx="6028813" cy="494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492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3: Запуск скрипта создания топологии и дальнейший просмотр элементов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Создание простейшей топологии сети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6D3082E-AD6C-4D14-8F4D-331593675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149" y="1331006"/>
            <a:ext cx="4921395" cy="485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55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257489" y="5964908"/>
            <a:ext cx="11677021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1600" dirty="0"/>
              <a:t>Рис. 4: Внесение изменения в скрипт, позволяющего вывести на экран информацию о хосте h1 </a:t>
            </a:r>
          </a:p>
          <a:p>
            <a:pPr algn="ctr">
              <a:spcAft>
                <a:spcPts val="600"/>
              </a:spcAft>
            </a:pPr>
            <a:r>
              <a:rPr lang="ru-RU" sz="1600" dirty="0"/>
              <a:t>(имя, IP-адрес, MAC-адрес)</a:t>
            </a:r>
            <a:endParaRPr lang="ru-RU" sz="16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Внесение изменений в скрипт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7FCA68-36B9-49F8-B080-F36029A82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905" y="1249555"/>
            <a:ext cx="4829906" cy="474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729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5: Проверка корректности отработки скрипта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Проверка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A22E1AE-28BE-4FE9-B986-A6C81B8D5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7942" y="1348997"/>
            <a:ext cx="6916115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50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61763" y="5927375"/>
            <a:ext cx="11468474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1600" dirty="0"/>
              <a:t>Рис. 6: Внесение изменения в скрипт, позволяющего вывести на экран информацию о двух хостах </a:t>
            </a:r>
          </a:p>
          <a:p>
            <a:pPr algn="ctr">
              <a:spcAft>
                <a:spcPts val="600"/>
              </a:spcAft>
            </a:pPr>
            <a:r>
              <a:rPr lang="ru-RU" sz="1600" dirty="0"/>
              <a:t>(имя, IP-адрес, MAC-адрес)</a:t>
            </a:r>
            <a:endParaRPr lang="ru-RU" sz="16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Внесение изменений в скрипт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156C9C0-76E8-4E66-B0FC-0AD652627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0320" y="1272827"/>
            <a:ext cx="4691364" cy="4654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639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7: Проверка корректности отработки скрипта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Проверка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E77BA5F-93D8-4ECE-BEE8-378D8F8E4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96" y="2360926"/>
            <a:ext cx="10734008" cy="264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58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8: Создание копии скрипта lab_iperf3_topo.py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Добавление в скрипт настроек параметров производительности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144BBC1-D25E-40EA-8CD0-88B7F98FC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66" y="3197515"/>
            <a:ext cx="10969816" cy="23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017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68967" y="5640978"/>
            <a:ext cx="11389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1600" dirty="0"/>
              <a:t>Рис. 9: Изменение скрипта lab_iperf3_topo2.py: добавление </a:t>
            </a:r>
            <a:r>
              <a:rPr lang="ru-RU" sz="1600" dirty="0" err="1"/>
              <a:t>ипорта</a:t>
            </a:r>
            <a:r>
              <a:rPr lang="ru-RU" sz="1600" dirty="0"/>
              <a:t> классов, изменение строки описания сети, изменение функции задания параметров виртуального хоста h1 и h2, изменение функции параметров соединения между хостом h1 и коммутатором s3 </a:t>
            </a:r>
            <a:endParaRPr lang="ru-RU" sz="16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Добавление в скрипт настроек параметров производительности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730DA9-015D-4815-A05E-382777B57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993" y="1240937"/>
            <a:ext cx="4511450" cy="443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28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10: Запуск скрипта </a:t>
            </a:r>
            <a:r>
              <a:rPr lang="en-US"/>
              <a:t>lab_iperf3_topo2.py </a:t>
            </a:r>
            <a:r>
              <a:rPr lang="ru-RU"/>
              <a:t>на отработку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Добавление в скрипт настроек параметров производительности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D558DBB-36F7-42FD-9904-DAD830EA6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178" y="1695208"/>
            <a:ext cx="8373644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90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11: Создание копии скрипта lab_iperf3_topo2.py и его дальнейшее помещение в подкаталог iperf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Добавление в скрипт настроек параметров производительности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156156A-9090-4C15-B1AA-258EF3D30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941" y="2385867"/>
            <a:ext cx="8364117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912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609599" y="5640978"/>
            <a:ext cx="111315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12: Добавление в скрипт lab_iperf3.py записи об импорте time; снятие ограничений по использованию ресурсов процессора; добавление кода, чтобы каналы между хостами и коммутатором были по 100 Мбит/с с задержкой 75 мс, без потерь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Добавление в скрипт настроек параметров производительности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2E3A8C5-0E60-4EA3-8705-34F4B3B24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574" y="1293348"/>
            <a:ext cx="3862991" cy="434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862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69376" y="5640978"/>
            <a:ext cx="114532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13: Описание запуска на хосте h2 сервера iPerf3, на хосте h1 запуска с задержкой в 10 секунд клиента iPerf3 с экспортом результатов в JSON-файл. Комментирование строк, отвечающих за запуск CLI-интерфейса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Добавление в скрипт настроек параметров производительности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12C422-FCFE-421F-AA83-407F35488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735" y="1273220"/>
            <a:ext cx="3937318" cy="440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544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14: Запуск скрипта lab_iperf3.py на отработку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Добавление в скрипт настроек параметров производительности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CFDD52-FE96-4777-BE78-DC136067D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152" y="1249410"/>
            <a:ext cx="7849695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15: Построение графиков и создание Makefile для проведения всего эксперимента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Построение графиков по проводимому эксперименту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664E4AA-6504-408D-83ED-F5CBCDBC1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676" y="3171070"/>
            <a:ext cx="8932648" cy="65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851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16: Добавление скрипта в Makefile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Построение графиков по проводимому эксперименту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42A1C6-DFF0-428C-88C1-7597E807F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685" y="2150321"/>
            <a:ext cx="5724630" cy="255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93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17: Проверка корректности отработки Makefile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Построение графиков по проводимому эксперименту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0D69FBE-1E82-4510-8825-4758E6CFD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368" y="1287914"/>
            <a:ext cx="5919538" cy="489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44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287937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• В ходе выполнения лабораторной работы познакомились с инструментом для измерения пропускной способности сети в режиме реального времени — iPerf3, а также получили навыки проведения воспроизводимого эксперимента по измерению пропускной способности моделируемой сети в среде </a:t>
            </a:r>
            <a:r>
              <a:rPr lang="ru-RU" dirty="0" err="1"/>
              <a:t>Mininet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Вывод</a:t>
            </a:r>
          </a:p>
        </p:txBody>
      </p:sp>
    </p:spTree>
    <p:extLst>
      <p:ext uri="{BB962C8B-B14F-4D97-AF65-F5344CB8AC3E}">
        <p14:creationId xmlns:p14="http://schemas.microsoft.com/office/powerpoint/2010/main" val="7401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3429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[1] Mininet: https://mininet.org/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Список литературы. Библиография </a:t>
            </a:r>
          </a:p>
        </p:txBody>
      </p:sp>
    </p:spTree>
    <p:extLst>
      <p:ext uri="{BB962C8B-B14F-4D97-AF65-F5344CB8AC3E}">
        <p14:creationId xmlns:p14="http://schemas.microsoft.com/office/powerpoint/2010/main" val="270344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Пользовательски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30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{3BF0432E-C854-41CE-93DC-9496EBB535A6}TF2989475c-5427-4edb-9ec1-00f4ce72165b8cae7013_win32-72884f2072f2</Template>
  <TotalTime>109</TotalTime>
  <Words>505</Words>
  <Application>Microsoft Office PowerPoint</Application>
  <PresentationFormat>Широкоэкранный</PresentationFormat>
  <Paragraphs>66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</vt:lpstr>
      <vt:lpstr>Segoe UI</vt:lpstr>
      <vt:lpstr>Segoe UI Light</vt:lpstr>
      <vt:lpstr>Пользовательские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Булат Исаев</dc:creator>
  <cp:keywords/>
  <cp:lastModifiedBy>Булат Исаев</cp:lastModifiedBy>
  <cp:revision>16</cp:revision>
  <dcterms:created xsi:type="dcterms:W3CDTF">2025-12-20T16:59:38Z</dcterms:created>
  <dcterms:modified xsi:type="dcterms:W3CDTF">2025-12-21T14:50:00Z</dcterms:modified>
  <cp:version/>
</cp:coreProperties>
</file>