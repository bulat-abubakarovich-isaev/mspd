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276" r:id="rId2"/>
    <p:sldId id="291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2" r:id="rId32"/>
    <p:sldId id="323" r:id="rId33"/>
    <p:sldId id="324" r:id="rId34"/>
    <p:sldId id="325" r:id="rId35"/>
    <p:sldId id="326" r:id="rId36"/>
    <p:sldId id="292" r:id="rId37"/>
    <p:sldId id="293" r:id="rId38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онструктор, трансформация, добавление заметок, совместная работа, помощник" id="{B9B51309-D148-4332-87C2-07BE32FBCA3B}">
          <p14:sldIdLst>
            <p14:sldId id="276"/>
            <p14:sldId id="291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41" autoAdjust="0"/>
  </p:normalViewPr>
  <p:slideViewPr>
    <p:cSldViewPr snapToGrid="0">
      <p:cViewPr>
        <p:scale>
          <a:sx n="50" d="100"/>
          <a:sy n="50" d="100"/>
        </p:scale>
        <p:origin x="438" y="173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EF2CABD-ADFB-4662-86FE-964DAD288E0E}" type="datetime1">
              <a:rPr lang="ru-RU" smtClean="0"/>
              <a:t>22.12.2025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812D4-DBF0-450F-B19D-420CCD76CB60}" type="datetime1">
              <a:rPr lang="ru-RU" smtClean="0"/>
              <a:pPr/>
              <a:t>22.12.2025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822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277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2241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6951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666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697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100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7568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14706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207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1195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0948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6235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819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23967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71484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4393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96168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8431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32136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7395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54948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70989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87138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1744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0510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6416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6913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74083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30248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38934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77447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96688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7784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9724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2615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52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4BFA7FF-3CFD-4CAD-BB9E-67BC1F4C890D}" type="datetime1">
              <a:rPr lang="ru-RU" noProof="0" smtClean="0"/>
              <a:t>22.12.2025</a:t>
            </a:fld>
            <a:endParaRPr lang="ru-RU" noProof="0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10" name="Прямоугольник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0E309820-F966-41D6-9A9E-F094402396DD}" type="datetime1">
              <a:rPr lang="ru-RU" noProof="0" smtClean="0"/>
              <a:t>22.12.2025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056065-9236-44D4-9A4C-3AEED7559FF9}"/>
              </a:ext>
            </a:extLst>
          </p:cNvPr>
          <p:cNvSpPr txBox="1"/>
          <p:nvPr/>
        </p:nvSpPr>
        <p:spPr>
          <a:xfrm>
            <a:off x="545430" y="527067"/>
            <a:ext cx="7443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Лабораторная работа №</a:t>
            </a:r>
            <a:r>
              <a:rPr lang="en-US"/>
              <a:t>6</a:t>
            </a:r>
            <a:r>
              <a:rPr lang="ru-RU"/>
              <a:t> </a:t>
            </a:r>
            <a:br>
              <a:rPr lang="ru-RU" dirty="0"/>
            </a:br>
            <a:r>
              <a:rPr lang="ru-RU" dirty="0"/>
              <a:t>Моделирование сетей передачи данных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F57C9-A9C7-4DF7-9246-E83B5921883C}"/>
              </a:ext>
            </a:extLst>
          </p:cNvPr>
          <p:cNvSpPr txBox="1"/>
          <p:nvPr/>
        </p:nvSpPr>
        <p:spPr>
          <a:xfrm>
            <a:off x="545430" y="2933382"/>
            <a:ext cx="98017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Исаев Б. А.</a:t>
            </a:r>
            <a:endParaRPr lang="en-US" dirty="0"/>
          </a:p>
          <a:p>
            <a:endParaRPr lang="en-US" dirty="0"/>
          </a:p>
          <a:p>
            <a:r>
              <a:rPr lang="ru-RU" dirty="0"/>
              <a:t>202</a:t>
            </a:r>
            <a:r>
              <a:rPr lang="en-US" dirty="0"/>
              <a:t>5</a:t>
            </a:r>
            <a:r>
              <a:rPr lang="ru-RU" dirty="0"/>
              <a:t> </a:t>
            </a:r>
            <a:endParaRPr lang="en-US" dirty="0"/>
          </a:p>
          <a:p>
            <a:endParaRPr lang="en-US" dirty="0"/>
          </a:p>
          <a:p>
            <a:r>
              <a:rPr lang="ru-RU" dirty="0"/>
              <a:t>Российский университет дружбы народов имени Патриса Лумумбы, Москва, Россия </a:t>
            </a:r>
          </a:p>
        </p:txBody>
      </p:sp>
    </p:spTree>
    <p:extLst>
      <p:ext uri="{BB962C8B-B14F-4D97-AF65-F5344CB8AC3E}">
        <p14:creationId xmlns:p14="http://schemas.microsoft.com/office/powerpoint/2010/main" val="64276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1: Исправление прав запуска X-соединения в виртуальной машине mininet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Запуск лабораторной топологии 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FE7855E-11F1-4ACC-B152-77ADF9E7A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476" y="2889010"/>
            <a:ext cx="10117047" cy="136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6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2: Создание топологии с двумя хостами и двумя коммутаторами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Запуск лабораторной топологии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D151E4-BD3A-45AD-B1B5-02C36600F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168" y="1376021"/>
            <a:ext cx="9015663" cy="480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66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3: Отображение информации сетевых интерфейсов и IP-адресов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Запуск лабораторной топологии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0FDDF9-841D-4570-B9B2-B3E2939E5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273" y="1434530"/>
            <a:ext cx="8935453" cy="474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459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4: Проверка подключения между хостами h1 и h2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Запуск лабораторной топологии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D98C67-4484-489C-BFA3-C751D0AE9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853" y="1238497"/>
            <a:ext cx="4030293" cy="486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28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5: Запуск iPerf3 в режиме сервера на хосте h2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Запуск лабораторной топологии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7475C7-134B-4074-8748-89DA65379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468" y="1358523"/>
            <a:ext cx="7621064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6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6: Запуск iPerf3 в режиме клиента на хосте h1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Запуск лабораторной топологии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06139D-6E83-4F18-8FA5-8EE98F082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889" y="1363287"/>
            <a:ext cx="7678222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919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7: Остановка </a:t>
            </a:r>
            <a:r>
              <a:rPr lang="en-US"/>
              <a:t>iPerf3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Запуск лабораторной топологии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AF4540-97F9-454A-BCA5-4885C8585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942" y="1353760"/>
            <a:ext cx="7640116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957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8: Изменение пропускной способности хоста h1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4D720FE-DABA-47E2-8E44-11836E94F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705" y="1344234"/>
            <a:ext cx="7630590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31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9: Установка значения всплеска при ограничении скорости для фильтра tbf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3D9ED9D-3910-4F37-AE6F-DA1DA1499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599" y="1329944"/>
            <a:ext cx="7706801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7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10: Запуск iPerf3 в режиме сервера на хосте h2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1E9B2B-A78C-4D47-8C7A-872A7C46E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757" y="1453794"/>
            <a:ext cx="7592485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6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11: Запуск iPerf3 в режиме клиента на хосте h1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E6FE4C-46E4-40BB-B1FA-50D400867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021" y="1325181"/>
            <a:ext cx="7763958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240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12: Остановка </a:t>
            </a:r>
            <a:r>
              <a:rPr lang="en-US"/>
              <a:t>iPerf3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764612D-0C44-4090-8CEE-BD8C4598E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757" y="1329944"/>
            <a:ext cx="7592485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866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13: Удаление модифицированной конфигурации на хосте h1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8901A7-0649-4A14-9BA0-B0ABD90ED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073" y="1315655"/>
            <a:ext cx="7725853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90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14: Применение правила ограничения скорости tbf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DDE23A-5A9F-479C-97CC-50864A67B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757" y="1329944"/>
            <a:ext cx="7592485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41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15: Запуск iPerf3 в режиме сервера на хосте h2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6821B54-379E-402E-9FA6-3E0F1F4CC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468" y="1472847"/>
            <a:ext cx="7621064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9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16: Запуск iPerf3 в режиме клиента на хосте h1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510300-97AA-4F5F-8C97-24FC22780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547" y="1310892"/>
            <a:ext cx="7744906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628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17: Остановка </a:t>
            </a:r>
            <a:r>
              <a:rPr lang="en-US"/>
              <a:t>iPerf3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792BF2-C0A1-42D9-8331-391031E4A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942" y="1315655"/>
            <a:ext cx="7640116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470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18: Удаление модифицированной конфигурации на коммутаторе s1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27FFE37-1EE8-455F-A88A-57F588998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889" y="1306131"/>
            <a:ext cx="7678222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36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19: Объединение NETEM и TBF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418D4A-A535-43B9-9CE9-907F8C7AD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836" y="2940818"/>
            <a:ext cx="10410327" cy="97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959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20: Проверка задержки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BA4365-B92A-4572-9DBA-855D7B6DA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830" y="2061990"/>
            <a:ext cx="7946339" cy="319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41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21: Добавление второго правила на коммутаторе s1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809AD8-BF51-45AC-931D-9BA7154AB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257" y="3019368"/>
            <a:ext cx="7773485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97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22: Запуск iPerf3 в режиме сервера на хосте h2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96DB7D8-E114-4077-8499-48EAD932B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395" y="2066745"/>
            <a:ext cx="7977209" cy="322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46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23: Запуск iPerf3 в режиме клиента на хосте h1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8A7722-1A68-4619-B1AE-1608D5A0E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521" y="1339471"/>
            <a:ext cx="7582958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01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24: Остановка </a:t>
            </a:r>
            <a:r>
              <a:rPr lang="en-US"/>
              <a:t>iPerf3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04F6DB-CF71-4698-A7C8-7CE3760CC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231" y="1334708"/>
            <a:ext cx="7611537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12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25: Удаление модифицированной конфигурации на коммутаторе s1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Интерактивные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4A3031E-0B2B-456A-8D37-280C52BDF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152" y="1534760"/>
            <a:ext cx="7849695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89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26: Создание необходимых каталогов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Воспроизводимые эксперименты 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75D2CF-B0FB-4A23-8F96-2F074C711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886" y="1983192"/>
            <a:ext cx="8140228" cy="34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20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27: Написание 1 скрпита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Воспроизводимые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633A26-B561-48AF-92A9-E162C1198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974" y="1281532"/>
            <a:ext cx="4816052" cy="482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30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28: Написание 2 скрпита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Воспроизводимые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29C2ED-3AE6-4B8A-9C12-58C8DB81D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177" y="1536231"/>
            <a:ext cx="5653339" cy="423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80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29: Написание 3 скрпита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Воспроизводимые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60E755-D33E-44ED-B558-4008AC3C3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247" y="1277968"/>
            <a:ext cx="5791199" cy="479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667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30: Выполнение скриптов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Воспроизводимые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6C2C144-D035-45F4-88EF-BA7C63E14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305" y="1329494"/>
            <a:ext cx="8753389" cy="485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7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31: Изменение параметров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Воспроизводимые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9A0199-11CF-4BD1-82E9-D9DA24BF5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851" y="1257493"/>
            <a:ext cx="6956298" cy="492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090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32: Выполнение скриптов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Воспроизводимые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46BC19-9F7D-4278-BD2E-790899B9E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934" y="1276439"/>
            <a:ext cx="8675825" cy="482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0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33: График №1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Воспроизводимые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935176E-8848-4FA3-AA4F-523B17E1B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190" y="1459131"/>
            <a:ext cx="5847619" cy="4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0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34: График №2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Воспроизводимые эксперименты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5D1069-CD62-4903-8C66-D5F378D38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190" y="1459131"/>
            <a:ext cx="5847619" cy="4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17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287937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• В ходе выполнения лабораторной работы познакомились с принципами работы дисциплины очереди </a:t>
            </a:r>
            <a:r>
              <a:rPr lang="ru-RU" dirty="0" err="1"/>
              <a:t>Token</a:t>
            </a:r>
            <a:r>
              <a:rPr lang="ru-RU" dirty="0"/>
              <a:t> </a:t>
            </a:r>
            <a:r>
              <a:rPr lang="ru-RU" dirty="0" err="1"/>
              <a:t>Bucket</a:t>
            </a:r>
            <a:r>
              <a:rPr lang="ru-RU" dirty="0"/>
              <a:t> Filter, которая формирует входящий/исходящий трафик для ограничения пропускной способности, а также получили навыки моделирования и исследования поведения трафика посредством проведения интерактивного и воспроизводимого экспериментов в </a:t>
            </a:r>
            <a:r>
              <a:rPr lang="ru-RU" dirty="0" err="1"/>
              <a:t>Mininet</a:t>
            </a:r>
            <a:r>
              <a:rPr lang="ru-RU" dirty="0"/>
              <a:t>.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Вывод</a:t>
            </a:r>
          </a:p>
        </p:txBody>
      </p:sp>
    </p:spTree>
    <p:extLst>
      <p:ext uri="{BB962C8B-B14F-4D97-AF65-F5344CB8AC3E}">
        <p14:creationId xmlns:p14="http://schemas.microsoft.com/office/powerpoint/2010/main" val="7401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FR"/>
              <a:t>[1] Mininet: https://mininet.org/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Список литературы. Библиография </a:t>
            </a:r>
          </a:p>
        </p:txBody>
      </p:sp>
    </p:spTree>
    <p:extLst>
      <p:ext uri="{BB962C8B-B14F-4D97-AF65-F5344CB8AC3E}">
        <p14:creationId xmlns:p14="http://schemas.microsoft.com/office/powerpoint/2010/main" val="270344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Пользовательск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30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{3BF0432E-C854-41CE-93DC-9496EBB535A6}TF2989475c-5427-4edb-9ec1-00f4ce72165b8cae7013_win32-72884f2072f2</Template>
  <TotalTime>32</TotalTime>
  <Words>510</Words>
  <Application>Microsoft Office PowerPoint</Application>
  <PresentationFormat>Широкоэкранный</PresentationFormat>
  <Paragraphs>115</Paragraphs>
  <Slides>37</Slides>
  <Notes>37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3" baseType="lpstr">
      <vt:lpstr>Arial</vt:lpstr>
      <vt:lpstr>Calibri</vt:lpstr>
      <vt:lpstr>Cambria</vt:lpstr>
      <vt:lpstr>Segoe UI</vt:lpstr>
      <vt:lpstr>Segoe UI Light</vt:lpstr>
      <vt:lpstr>Пользовательские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Булат Исаев</dc:creator>
  <cp:keywords/>
  <cp:lastModifiedBy>Булат Исаев</cp:lastModifiedBy>
  <cp:revision>17</cp:revision>
  <dcterms:created xsi:type="dcterms:W3CDTF">2025-12-20T16:59:38Z</dcterms:created>
  <dcterms:modified xsi:type="dcterms:W3CDTF">2025-12-21T23:35:41Z</dcterms:modified>
  <cp:version/>
</cp:coreProperties>
</file>