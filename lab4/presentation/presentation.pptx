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5"/>
  </p:notesMasterIdLst>
  <p:handoutMasterIdLst>
    <p:handoutMasterId r:id="rId56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35" r:id="rId45"/>
    <p:sldId id="336" r:id="rId46"/>
    <p:sldId id="337" r:id="rId47"/>
    <p:sldId id="338" r:id="rId48"/>
    <p:sldId id="339" r:id="rId49"/>
    <p:sldId id="340" r:id="rId50"/>
    <p:sldId id="341" r:id="rId51"/>
    <p:sldId id="342" r:id="rId52"/>
    <p:sldId id="292" r:id="rId53"/>
    <p:sldId id="293" r:id="rId5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21.12.2025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137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180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535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16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619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737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348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937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243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27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925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505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653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530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263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898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663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1364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1050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5182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371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1039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7964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7820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0424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3400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9925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5735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8295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821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600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9584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1784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5728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4951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6218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0842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8971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6278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9600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8563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7493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8944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2808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9361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0286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7685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1178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28548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21.12.2025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21.12.2025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</a:t>
            </a:r>
            <a:r>
              <a:rPr lang="en-US"/>
              <a:t>4</a:t>
            </a:r>
            <a:r>
              <a:rPr lang="ru-RU"/>
              <a:t> </a:t>
            </a:r>
            <a:br>
              <a:rPr lang="ru-RU" dirty="0"/>
            </a:br>
            <a:r>
              <a:rPr lang="ru-RU" dirty="0"/>
              <a:t>Моделирование сетей передачи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1: Исправление прав запуска X-соединения в виртуальной машине mininet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DB8D0F-2E2B-447E-8466-B8FF640BD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495" y="2052445"/>
            <a:ext cx="6335009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2: Создание простейшей топологии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0DDB94-9017-4E9A-BC63-EC10404C8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286" y="1407248"/>
            <a:ext cx="5539122" cy="44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3: Отображение информации их сетевых интерфейсов и IP-адресов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6E6A23-0851-4ED5-B23F-285613F0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677" y="1247789"/>
            <a:ext cx="4326646" cy="493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4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4: Проверка подключения между хостами h1 и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4D28CC-EA4D-4310-B8C2-99D459340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913" y="1243723"/>
            <a:ext cx="6720174" cy="49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8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5: Добавление задержки в 100 мс к выходному интерфейсу на хосте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409853-ACD8-4D2D-AA43-4360E619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625" y="1571366"/>
            <a:ext cx="8592749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8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6: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2F6217-ED8F-4D5F-878F-F4A622C85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336" y="1533260"/>
            <a:ext cx="8621328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0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Добавление задержки в 100 мс к выходному интерфейсу на хосте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CFA7D8-13AE-4D4D-AFF7-5296DF34A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388" y="1457050"/>
            <a:ext cx="8583223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0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8: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9794ED-26BC-487D-9850-6624B84B2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3" y="1425208"/>
            <a:ext cx="8087854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6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9: Изменение задержки со 100 мс до 50 мс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CA0382-C19A-4C8D-9739-51D93A7A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257" y="2504946"/>
            <a:ext cx="8135485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4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ACF6BF-DDFE-4115-B11B-7C8BEC32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310" y="1510945"/>
            <a:ext cx="8097380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Восстановление конфигураций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2F0513-5B78-45FB-ADDB-99FEDC75D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30" y="3332067"/>
            <a:ext cx="10143940" cy="70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7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Добавление на узле h1 задержки в 100 мс со случайным отклонением 10 мс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1DF3A6-28EC-49A0-9C21-3785C55E5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783" y="2000050"/>
            <a:ext cx="8116433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0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13: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F5D980-7A43-4B8D-9351-262CAA78F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836" y="2009577"/>
            <a:ext cx="807832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12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Восстановление конфигурации интерфейса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8E75F3-44E1-4F06-BE89-049171913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3" y="2009577"/>
            <a:ext cx="8087854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62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15: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B5866F-BD87-4394-9D3C-081778FC6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110" y="1276131"/>
            <a:ext cx="6347474" cy="490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8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16: Восстановление конфигурации интерфейса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0E4544-FC54-449D-8AA4-AAB6BC42D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356" y="3380509"/>
            <a:ext cx="9261287" cy="5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17: Настройка нормального распределения задержки на узле h1 в эмулируемой сети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5214A3-F1D4-4729-B9E9-1AF01C56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20" y="1501418"/>
            <a:ext cx="8125959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8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18: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092125-12FE-4252-891F-E44BBC6A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3" y="1510945"/>
            <a:ext cx="8087854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6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19: Восстановление конфигурации интерфейса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E28CE3-9BE1-4ED7-AA7A-FAE3B7695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310" y="1520471"/>
            <a:ext cx="8097380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20: Завершение работы mininet в интерактивном режиме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4D1860-6E06-439C-87B8-C4C2CEE8C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332" y="1680918"/>
            <a:ext cx="7121335" cy="396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2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21: Обновление репозиториев программного обеспечения на втртуальной машине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8C11EE-0813-4D28-913A-DAA703C53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262" y="2740857"/>
            <a:ext cx="8901475" cy="178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4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22: Установка пакета geeqie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AB1AE8-28EB-4603-A39B-E6CB9B86E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773" y="1237535"/>
            <a:ext cx="5510147" cy="494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8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23: Создание нового каталога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B38E82-4C73-4DA9-AE05-6C0CEA27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731" y="3219196"/>
            <a:ext cx="7992538" cy="74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5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24: Создание каталога simple-delay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F7916C-1B4F-4166-BC3C-BB952C7E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95" y="2922846"/>
            <a:ext cx="8331010" cy="160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8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25: Создание скрипта lab_netem_i.py для эксперимента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4BD6D1-62DC-4F88-86CB-69FCBE9C7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769" y="1243832"/>
            <a:ext cx="5137715" cy="485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4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26: Создание файла ping_plot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2AF222-5C24-46FF-A482-40F063E80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279" y="3220768"/>
            <a:ext cx="8403442" cy="69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6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27: Создание скрипта ping_plot для визуализации результатов эксперимента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89A055-20B9-4200-8D74-DD8F2CE01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292" y="2466346"/>
            <a:ext cx="6145416" cy="273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2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28: Настройка прав доступа к файлу скрипта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527850-E628-4BF9-B109-342594AA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277" y="3396552"/>
            <a:ext cx="8833445" cy="49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5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29: Создание файла Makefile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29DA85-8B58-4383-B97F-40A0EFB7E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922" y="2911567"/>
            <a:ext cx="8816155" cy="177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30: Добавления скрипта в Makefile для управления процессом проведения эксперимента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E7271A-AEC7-43CF-ABE4-7A08D56FC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812" y="1967739"/>
            <a:ext cx="6212375" cy="364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7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31: Выполнение эксперимента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5DED8A-8D7A-4213-AC0A-4828FACF9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055" y="1345338"/>
            <a:ext cx="7917890" cy="483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2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32: Просмотр графика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BF3659-B5AA-4DEE-9F8F-478FCEC98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469" y="1339471"/>
            <a:ext cx="5811061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4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33: Удаление первой строчки из файла ping.dat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B14BB4-1AAE-45B2-BBE0-652659F5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707" y="1305250"/>
            <a:ext cx="4601809" cy="487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34: Повторное построение графика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5778A6-4787-4949-89F6-9124AA22D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687" y="2942662"/>
            <a:ext cx="8786625" cy="134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8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35: Просмотр графика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771F39-8D1A-43F9-A651-00ED92B93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22" y="1329944"/>
            <a:ext cx="5772956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2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29152" y="5911333"/>
            <a:ext cx="11933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36: Разработка скрипта для вычисления на основе данных файла ping.dat минимального, среднего, максимального и стандартного отклонения времени приёма-передачи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8D9D6E-8FA3-4A54-B573-D6AD89D09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252" y="1291962"/>
            <a:ext cx="5191495" cy="461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2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37: Добавление правила запуска скрипта в Makefil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ACC38D-34CE-4176-B921-DE22613CF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81" y="1820802"/>
            <a:ext cx="7831037" cy="366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2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38: Проверка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CF2619-3C9B-4376-A0F4-2EB9F3DC8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263" y="2742115"/>
            <a:ext cx="8963474" cy="20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7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39: Воспроизводимый эксперимент по изменению задержки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8DA3C4-2377-4138-B1C5-2163C24C6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042" y="1303855"/>
            <a:ext cx="4531609" cy="488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5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40: Воспроизводимый эксперимент по изменению задержки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6436D7-E577-4BC3-8EC4-AD54B6D2E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197" y="1291191"/>
            <a:ext cx="4611300" cy="48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41: Просмотр графика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3ADD97-0121-4EEA-ABBC-12F19500C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333" y="1429000"/>
            <a:ext cx="5333333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2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42: Воспроизводимый эксперимент по изменению джиттера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320F8B-7DB2-4DB0-8572-592A139AB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152" y="1268426"/>
            <a:ext cx="4503390" cy="477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26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43: Воспроизводимый эксперимент по изменению джиттера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831B84-D237-41B7-A77E-C1A798EEE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713" y="1297887"/>
            <a:ext cx="4618574" cy="48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44: Просмотр графика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7615AD-479E-42E1-AC5A-55692FC53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996" y="1315655"/>
            <a:ext cx="5792008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3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45: Воспроизводимый эксперимент по изменению значения корреляции для джиттера и задержки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4CD46A-CEA2-40E9-9B75-FD3998A64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713" y="1303123"/>
            <a:ext cx="4574573" cy="486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1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46: Воспроизводимый эксперимент по изменению значения корреляции для джиттера и задержки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EF3EDF-7C08-4660-A870-A96BC5C4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337" y="1255620"/>
            <a:ext cx="4661684" cy="492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29152" y="6102643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47: Просмотр графика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89AD83-118F-4071-BF44-1AF29B22A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333" y="1429000"/>
            <a:ext cx="5333333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549E5-97CB-4C92-8EBC-BBADE45FA45B}"/>
              </a:ext>
            </a:extLst>
          </p:cNvPr>
          <p:cNvSpPr txBox="1"/>
          <p:nvPr/>
        </p:nvSpPr>
        <p:spPr>
          <a:xfrm>
            <a:off x="129152" y="5932822"/>
            <a:ext cx="11933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48: Воспроизводимый эксперимент по изменению распределения времени задержки в эмулируемой глобальной сети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BA7912-8769-4708-8A7E-FED83B79D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638" y="1278539"/>
            <a:ext cx="5742351" cy="466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2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129152" y="5959460"/>
            <a:ext cx="11933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49: Воспроизводимый эксперимент по изменению распределения времени задержки в эмулируемой глобальной сети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55F90B-0EE7-4CB2-8010-2AEB11BEE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504" y="1291757"/>
            <a:ext cx="5743950" cy="466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9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50: Просмотр графика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Воспроизведение экспериментов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E49BC9-D6BF-4581-A758-DB9EE324C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333" y="1654369"/>
            <a:ext cx="5333333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3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познакомились с NETEM — инструментом для тестирования производительности приложений в виртуальной сети, а также получили навыки проведения интерактивного и воспроизводимого экспериментов по измерению задержки и её дрожания (</a:t>
            </a:r>
            <a:r>
              <a:rPr lang="ru-RU" dirty="0" err="1"/>
              <a:t>jitter</a:t>
            </a:r>
            <a:r>
              <a:rPr lang="ru-RU" dirty="0"/>
              <a:t>) в моделируемой сети в среде </a:t>
            </a:r>
            <a:r>
              <a:rPr lang="ru-RU" dirty="0" err="1"/>
              <a:t>Mininet</a:t>
            </a:r>
            <a:r>
              <a:rPr lang="ru-RU" dirty="0"/>
              <a:t>.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[1] Julia Documentation: https://docs.julialang.org/en/v1/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492</TotalTime>
  <Words>734</Words>
  <Application>Microsoft Office PowerPoint</Application>
  <PresentationFormat>Широкоэкранный</PresentationFormat>
  <Paragraphs>163</Paragraphs>
  <Slides>53</Slides>
  <Notes>53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59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16</cp:revision>
  <dcterms:created xsi:type="dcterms:W3CDTF">2025-12-20T16:59:38Z</dcterms:created>
  <dcterms:modified xsi:type="dcterms:W3CDTF">2025-12-21T22:42:51Z</dcterms:modified>
  <cp:version/>
</cp:coreProperties>
</file>